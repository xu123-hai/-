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面向数控生产线刀具磨损状态识别</a:t>
            </a:r>
            <a:br/>
            <a:r>
              <a:t>与剩余寿命预测系统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制造智能技术课程设计答辩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制造智能技术课程设计  |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一、研究背景与意义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二、系统方案设计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三、数据集构建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四、三大技术方向详解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五、系统界面展示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六、调试与测试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七、总结与展望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数控加工生产线中，刀具磨损直接影响产品加工质量和生产效率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传统定期换刀模式：要么浪费刀具寿命，要么导致批量不合格产品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刀具磨损导致的非计划停机占生产线停机时间20%以上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本项目意义：实现预测性维护，降低生产成本，提高产品合格率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推动制造智能技术在工业场景的落地应用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二、系统方案设计 - 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采用 B/S 架构，四层设计：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前端展示层：HTML+CSS+JS，提供可视化交互界面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后端服务层：Python Flask，提供 RESTful API 接口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算法模型层：RandomForest 分类+回归，磨损预测+RUL预测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数据存储层：SQLite 数据库，存储历史预测记录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技术栈：Python + Flask + SQLite + scikit-learn + Chart.js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三、数据集构建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数据来源：PHM Society 2010 刀具磨损预测公开数据集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采集信号：三向切削力、三向振动、声发射信号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标签：刀具后刀面磨损量（μm）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示例子集：训练集200样本，测试集50样本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特征提取：28维统计特征（均值、标准差、RMS、最大值）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预处理流程：缺失值检查 → IQR异常值检测 → 边界截断 → Z-score标准化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四、技术方向一：特征工程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时域特征提取：均值、标准差、均方根、最大值、峭度、偏度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频域特征：FFT变换提取主频能量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异常值检测：IQR（四分位距）方法识别异常数据点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异常值处理：边界截断法，避免删除样本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特征标准化：Z-score标准化，消除量纲影响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特征选择：基于模型重要性排序，保留高区分度特征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四、技术方向二：机器学习模型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算法选择：RandomForest 随机森林（集成学习）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任务1：磨损等级三分类（轻微/中度/严重磨损）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任务2：剩余使用寿命 RUL 回归预测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模型优势：抗过拟合、高维数据处理、鲁棒性好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评估指标：准确率、F1分数、混淆矩阵、RMSE、R²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模型准确率：约92.5%（示例数据集）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四、技术方向三：PHM故障预测与健康管理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PHM理念：从定期维护转向预测性维护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健康状态三级分级：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    一级（绿色）：正常，0-100μm，继续使用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    二级（黄色）：预警，100-200μm，加强监测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    三级（红色）：报警，&gt;200μm，立即更换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风险预警机制：根据预测结果自动触发分级提醒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五、系统界面展示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统计概览区：总预测次数、平均RUL、当前状态、模型准确率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预测操作面板：输入传感器参数，一键预测磨损状态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结果展示：磨损等级、RUL数值、风险等级（颜色区分）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历史记录：最近20条预测记录表格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统计图表：磨损等级分布柱状图（Chart.js）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六、调试过程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Git 路径问题：Git Bash 中 Windows 路径转义 → 改用 Unix 风格路径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Git 权限问题：403权限错误 → 清除旧凭据，重新OAuth授权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Python 环境问题：Git Bash 中 Python 无输出 → 改用 PowerShell 运行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功能测试：数据预处理、预测功能、界面交互全部通过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前后端联调：API接口测试通过，数据流转正常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七、总结与展望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完成成果：完整B/S架构系统，三大技术方向落地应用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核心功能：磨损分类、RUL预测、风险预警、历史记录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不足：使用示例数据集，模型可进一步升级为深度学习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展望：接入真实工业数据，升级CNN-LSTM模型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展望：开发移动端，集成MES系统实现闭环调度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通过课程设计，掌握了从数据到系统部署的完整流程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感谢聆听！敬请批评指正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